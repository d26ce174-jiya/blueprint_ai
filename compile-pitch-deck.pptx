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24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TRANSFORMATION AI · CHAOS2COMMIT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94626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business chaos into a blueprint you can build from.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78702"/>
            <a:ext cx="9144000" cy="2122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BluePrint AI</a:t>
            </a:r>
          </a:p>
          <a:p>
            <a:endParaRPr lang="en-US" sz="1600" dirty="0">
              <a:solidFill>
                <a:srgbClr val="8FA3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1)Dhruv Bhoi (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Team Leader &amp; System Architect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Jiya Sheth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Frontend UI/UX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3)Kush Parekh (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System Logic &amp; AI Integration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4)Heet Doshi (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Technical Documentation</a:t>
            </a: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6576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6576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4739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1686032" y="62910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initiative starts with weeks of manual discovery: interviews, SOP reviews, and back-and-forth before anyone can design a solution — and by the time a BRD is ready, the business has often moved 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3913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 time spent on manual discovery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wks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46908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a first solution blueprint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94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54681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per project (docs, diagrams, sheets)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1280160"/>
            <a:ext cx="4480560" cy="475488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128016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128016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20272" y="60167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03152" y="58338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19202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still track the requirements in three different documents that never stay in sync.”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120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common pattern across enterprise transformation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takes a business idea, SOP, or rough notes and — in minutes — produces a validated BRD, architecture recommendation, tech stack, and rollout roadmap.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Consults, not just summarizes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discovery questions before generating anything — like a real business analyst.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source of truth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566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architecture, and roadmap generated together, always in sync with each other.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Implementation-ready output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566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concrete enough to hand straight to an engineering team.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problem. Get a full solution blueprint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3736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11137392" y="619963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601675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business idea, challenge, or rough notes?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468880"/>
            <a:ext cx="5120640" cy="1188720"/>
          </a:xfrm>
          <a:prstGeom prst="rect">
            <a:avLst/>
          </a:prstGeom>
          <a:solidFill>
            <a:srgbClr val="0A1F3D"/>
          </a:solidFill>
          <a:ln w="9525">
            <a:solidFill>
              <a:srgbClr val="4FA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sales team manually re-enters lead data from call notes into three different tools every week...”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3840480"/>
            <a:ext cx="1828800" cy="411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blueprint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20574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057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summary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7432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7432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solution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4290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34290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41148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4114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48006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48006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5486400"/>
            <a:ext cx="4297680" cy="566928"/>
          </a:xfrm>
          <a:prstGeom prst="rect">
            <a:avLst/>
          </a:prstGeom>
          <a:solidFill>
            <a:srgbClr val="0A1F3D"/>
          </a:solidFill>
          <a:ln w="6350">
            <a:solidFill>
              <a:srgbClr val="4FA8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5486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329184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3822192" y="51023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4005072" y="49194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Layer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461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PDFs, Word docs, SOPs, and free-text prompts into structured business context.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31089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F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383280" cy="329184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82880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2880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525512" y="51023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708392" y="49194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Reasoning 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2461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analysis identifies gaps, asks follow-up questions, and drafts the blueprint.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44968" y="31089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F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3383280" cy="329184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182880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0" y="182880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28832" y="51023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11712" y="49194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24612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editable, exportable BRDs, architecture docs, and roadmaps — PDF, Word, PPT.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modern web frontend  ·  API backend  ·  vector-based context retrieval  ·  LLM API  ·  role-based access &amp; encryption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3383280" cy="82296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by org size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tier for small teams; growth tier for consulting firms and enterprises running discovery continuously.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383280" cy="82296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Usage-Based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generation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per blueprint or discovery session generated — scales naturally with delivered value.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37360"/>
            <a:ext cx="3383280" cy="82296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License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firms like Futurrizon license it internally to speed up their own client discovery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→ Minutes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idea to first solution blueprint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reduction in discovery &amp; BA effort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of truth for business and tech teams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ect">
            <a:avLst/>
          </a:prstGeom>
          <a:solidFill>
            <a:srgbClr val="0F294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93192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93192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20272" y="592531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03152" y="574243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605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Futurrizon: faster client onboarding and lower discovery overhead across every engagement.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enterprises adopting AI transformation: faster, better-informed decisions on what to build — and why.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unlock in enterprise AI isn't automating the build.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automating the thinking that happens before anyone writes a line of code.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AI  ·  Compile  ·  Chaos2Commit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11503152" y="6473952"/>
            <a:ext cx="201168" cy="18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1686032" y="6291072"/>
            <a:ext cx="18288" cy="201168"/>
          </a:xfrm>
          <a:prstGeom prst="rect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554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D26CE154 DHRUV BHOI</cp:lastModifiedBy>
  <cp:revision>3</cp:revision>
  <dcterms:created xsi:type="dcterms:W3CDTF">2026-08-31T11:18:22Z</dcterms:created>
  <dcterms:modified xsi:type="dcterms:W3CDTF">2026-09-01T16:57:20Z</dcterms:modified>
</cp:coreProperties>
</file>